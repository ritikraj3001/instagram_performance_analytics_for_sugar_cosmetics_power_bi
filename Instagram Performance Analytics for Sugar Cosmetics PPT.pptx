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38F48-FFD2-C630-AFE1-E6DCC9C97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02F74-745F-E44A-0E12-4F0090385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B1DE4-2BBF-3CD4-7E08-CD2A768BA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44C1D-692C-8E02-975E-34EEEFF4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8B94B-1CDC-CF48-BDA0-C4FC25D0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9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8964-6BCB-8179-5DD1-A3235456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B2B04-3F61-9B28-766B-08C3C7470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20BD2-579D-E76F-1EC4-B08D99908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0B70B-4C61-7AED-81EA-2E636FAE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33045-6FFC-25BE-7A6C-B0BFB0F7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35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4711-5A50-E36D-A96D-67F8D92D4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24C76-9B54-02F7-17D2-38C5897D6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A305E-571C-43F7-4C3F-778AC74E0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838E6-34C4-AC6E-6E75-13BA7C67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8557-9C8C-6F9A-31D1-81ABE04A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1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B215-0610-5227-B42F-0F83FDDD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F1F38-7A6B-6016-100A-A963D1AAE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FA0C3-4B10-0E10-6C51-CA27E8707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8CCBA-4C1F-7DB1-9E56-45B884CD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76D5B-CEF9-E4A2-D2F6-4BE42A47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05B0B-0E62-0398-EAF1-66CCB4FC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3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8400-7293-7A78-F224-1014A560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8562D-D6D0-0BC9-916A-607185C9E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ED755-835E-D3A7-B192-7C3026807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E16F5-0B5A-38A1-228E-ADF7922DF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84C6B-D1A4-A935-FD82-31DDA59F8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9FEED-B98A-D82F-2A3E-786D2293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C64DF-3C50-BDE7-CF94-ACA41F22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A701D-686F-CF73-9173-8CB9E3C2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3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AF68-E9BD-A6AF-C7E3-F23019C7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381EB-4098-734A-58D8-ABA3168C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AFC01-87F0-4F8B-84FB-AE7FB22D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21761-4327-C9E6-DCF9-0C7B217D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0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E2056-74DF-32A9-91DA-00CDD42C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AB9E0-BE94-AF71-D112-DBA6B70D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CA4BB-1CE2-5958-CACF-D5590CE8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5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2154-EAF4-1F2D-39D3-B349B4FD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A1007-14CD-0C8A-4310-0E5F5235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8DD92-47B8-9388-21B3-BEC3B54A3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3291B-153E-C4BC-89AE-D272BB46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BE809-661C-7BDD-BEFF-F92A2CF8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90571-252B-3EEF-F18D-07E20AC2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7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6A76-9468-6CAF-5EE9-771F817CE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6D458-C3C7-A897-38C4-D332CBD04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7E918-4D4D-2847-D731-45B34B84C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DFA02-1190-BD4F-24AB-44304251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1B7B2-7EC0-75D8-C309-9D5B36DA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91621-04B6-1579-1F37-DC415AF09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7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2719-4706-74E6-82E4-1F0E72AC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B2E00-0F18-5921-1519-8A80D6CA2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DC649-F63E-8032-8F0A-A69577F4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7DDEB-D91D-EB8D-4E79-5F38878B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D553-5AD9-3051-F460-F2CD6530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4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578A4-CED7-1533-A2FF-717F067C7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73531-06F3-53AF-3F80-509EF47F2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DE4B9-39D0-86DE-D885-42071B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BA9DB-2648-6D74-1667-E6C50300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3B635-72A6-B7A4-B9B3-3C4B55A9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2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66FD1-FBA5-5DA6-EC97-B48C19163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8187B-E2C7-BC78-9A20-856A53008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4F6BC-62C3-528D-F6DE-240D00954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86867-1553-478B-A755-56A1CD40BB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F8F8A-A89B-2417-DEE0-0D4B54C26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65F3-C64D-A044-EBDE-00D673D50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50F3B-842B-4668-806F-643575729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4CA6-0291-DFF5-4D79-7DEEEF90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476" y="113120"/>
            <a:ext cx="9144000" cy="1379505"/>
          </a:xfrm>
        </p:spPr>
        <p:txBody>
          <a:bodyPr>
            <a:normAutofit/>
          </a:bodyPr>
          <a:lstStyle/>
          <a:p>
            <a:r>
              <a:rPr lang="en-US" sz="4400" b="1" dirty="0"/>
              <a:t>Instagram Performance Analytics for Sugar Cosmetics</a:t>
            </a:r>
            <a:endParaRPr 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560BA-3AFF-3832-4EE5-8107BE1BD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76" y="1593130"/>
            <a:ext cx="9549352" cy="495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7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E059-6033-EE40-0819-3CE98FE5D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51" y="252003"/>
            <a:ext cx="10515600" cy="1325563"/>
          </a:xfrm>
        </p:spPr>
        <p:txBody>
          <a:bodyPr/>
          <a:lstStyle/>
          <a:p>
            <a:r>
              <a:rPr lang="en-US" b="1" u="sng" dirty="0"/>
              <a:t>Problem Statement: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27BDA-8771-A773-657F-3290A8F5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351" y="1102501"/>
            <a:ext cx="10515600" cy="5503495"/>
          </a:xfrm>
        </p:spPr>
        <p:txBody>
          <a:bodyPr>
            <a:normAutofit/>
          </a:bodyPr>
          <a:lstStyle/>
          <a:p>
            <a:r>
              <a:rPr lang="en-US" dirty="0"/>
              <a:t>Analyze Sugar Cosmetics' Instagram performance and design an interactive Tableau dashboard to recommend strategic social media decisions.</a:t>
            </a:r>
          </a:p>
          <a:p>
            <a:pPr marL="0" indent="0">
              <a:buNone/>
            </a:pPr>
            <a:r>
              <a:rPr lang="en-US" sz="3600" b="1" u="sng" dirty="0"/>
              <a:t>Project Objectives:</a:t>
            </a:r>
            <a:endParaRPr lang="en-US" dirty="0"/>
          </a:p>
          <a:p>
            <a:pPr lvl="0"/>
            <a:r>
              <a:rPr lang="en-US" sz="2600" dirty="0"/>
              <a:t>Evaluate the performance of Sugar Cosmetics' Instagram account based on engagement and reach.</a:t>
            </a:r>
          </a:p>
          <a:p>
            <a:pPr lvl="0"/>
            <a:r>
              <a:rPr lang="en-US" sz="2600" dirty="0"/>
              <a:t>Identify trends in content performance (e.g., posts, reels, stories).</a:t>
            </a:r>
          </a:p>
          <a:p>
            <a:pPr lvl="0"/>
            <a:r>
              <a:rPr lang="en-US" sz="2600" dirty="0"/>
              <a:t>Determine the best-performing content types, hashtags, and posting times.</a:t>
            </a:r>
          </a:p>
          <a:p>
            <a:pPr lvl="0"/>
            <a:r>
              <a:rPr lang="en-US" sz="2600" dirty="0"/>
              <a:t>Analyze audience demographics and growth trends.</a:t>
            </a:r>
          </a:p>
          <a:p>
            <a:pPr lvl="0"/>
            <a:r>
              <a:rPr lang="en-US" sz="2600" dirty="0"/>
              <a:t>Provide data-driven insights to refine and support social media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4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5969-95F7-66B0-8594-9B14BD20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Business Use Cases: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49A17-7274-D5E6-5E71-A393EBAD6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83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Identify high-performing content types and posting days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Understand audience engagement patterns across time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Compare post formats (image, video, carousel) to optimize content creation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Assist the marketing team in maximizing ROI from organic social media posts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Recognize successful hashtags or campaigns based on user interaction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Evaluate account growth or stagnation over time</a:t>
            </a:r>
          </a:p>
        </p:txBody>
      </p:sp>
    </p:spTree>
    <p:extLst>
      <p:ext uri="{BB962C8B-B14F-4D97-AF65-F5344CB8AC3E}">
        <p14:creationId xmlns:p14="http://schemas.microsoft.com/office/powerpoint/2010/main" val="64761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AA10-BBF3-7A79-469A-A8B58B67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Approach: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760E7-72EE-9CDB-1F3C-7986A3EF2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Excel – Data Preprocessing</a:t>
            </a:r>
            <a:endParaRPr lang="en-US" b="0" dirty="0">
              <a:effectLst/>
            </a:endParaRPr>
          </a:p>
          <a:p>
            <a:r>
              <a:rPr lang="en-US" dirty="0"/>
              <a:t> Load raw data into Excel.</a:t>
            </a:r>
            <a:endParaRPr lang="en-US" b="0" dirty="0">
              <a:effectLst/>
            </a:endParaRPr>
          </a:p>
          <a:p>
            <a:r>
              <a:rPr lang="en-US" dirty="0"/>
              <a:t> Clean up inconsistencies (null values, date formats, duplicate     entries).</a:t>
            </a:r>
            <a:endParaRPr lang="en-US" b="0" dirty="0">
              <a:effectLst/>
            </a:endParaRPr>
          </a:p>
          <a:p>
            <a:r>
              <a:rPr lang="en-US" dirty="0"/>
              <a:t>Normalize Phase specific fields (e.g., Post date and post type and impressions).</a:t>
            </a:r>
            <a:endParaRPr lang="en-US" b="0" dirty="0">
              <a:effectLst/>
            </a:endParaRPr>
          </a:p>
          <a:p>
            <a:r>
              <a:rPr lang="en-US" dirty="0"/>
              <a:t>Conduct exploratory data summaries (pivot tables, filters).</a:t>
            </a:r>
            <a:endParaRPr lang="en-US" b="0" dirty="0">
              <a:effectLst/>
            </a:endParaRPr>
          </a:p>
          <a:p>
            <a:r>
              <a:rPr lang="en-US" dirty="0"/>
              <a:t>After cleaning making a </a:t>
            </a:r>
            <a:r>
              <a:rPr lang="en-US" dirty="0" err="1"/>
              <a:t>insightfull</a:t>
            </a:r>
            <a:r>
              <a:rPr lang="en-US" dirty="0"/>
              <a:t> dashboard.</a:t>
            </a:r>
          </a:p>
        </p:txBody>
      </p:sp>
    </p:spTree>
    <p:extLst>
      <p:ext uri="{BB962C8B-B14F-4D97-AF65-F5344CB8AC3E}">
        <p14:creationId xmlns:p14="http://schemas.microsoft.com/office/powerpoint/2010/main" val="1476338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4512-36E9-16CD-EEC1-F65F84AF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Results: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B2CB7-5872-8C53-0FFB-61950C89F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Cleaned, structured database for analytics</a:t>
            </a:r>
          </a:p>
          <a:p>
            <a:r>
              <a:rPr lang="en-US" dirty="0"/>
              <a:t> Interactive dashboard showing all KPIs and metrics</a:t>
            </a:r>
          </a:p>
          <a:p>
            <a:pPr lvl="0"/>
            <a:r>
              <a:rPr lang="en-US" dirty="0"/>
              <a:t> Insights into Post Date, Post Type (e.g., Image, Video, Carousel)</a:t>
            </a:r>
            <a:br>
              <a:rPr lang="en-US" dirty="0"/>
            </a:br>
            <a:r>
              <a:rPr lang="en-US" dirty="0"/>
              <a:t> Likes, Comments, Shares, Saves, Reach, Impressions, Hashtags and Caption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73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F430-860D-2A7E-5A96-346BCBA6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Excel Workbook: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14A753-AAD0-5C63-3F25-BB40132D6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34" y="1527142"/>
            <a:ext cx="10303496" cy="4965733"/>
          </a:xfrm>
        </p:spPr>
      </p:pic>
    </p:spTree>
    <p:extLst>
      <p:ext uri="{BB962C8B-B14F-4D97-AF65-F5344CB8AC3E}">
        <p14:creationId xmlns:p14="http://schemas.microsoft.com/office/powerpoint/2010/main" val="358597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8F41-CB24-2B54-4B97-B7DA2080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Dashboard on Reels: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A7196-D2B2-91E6-A6CB-D598B6473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55422"/>
            <a:ext cx="10313709" cy="4751109"/>
          </a:xfrm>
        </p:spPr>
      </p:pic>
    </p:spTree>
    <p:extLst>
      <p:ext uri="{BB962C8B-B14F-4D97-AF65-F5344CB8AC3E}">
        <p14:creationId xmlns:p14="http://schemas.microsoft.com/office/powerpoint/2010/main" val="11440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0D70-FCF3-D9D5-61D4-E678DCE2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Dashboard On Video: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B82E98-3A49-A516-E9E3-7F36D42006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2557"/>
            <a:ext cx="10247722" cy="4890318"/>
          </a:xfrm>
        </p:spPr>
      </p:pic>
    </p:spTree>
    <p:extLst>
      <p:ext uri="{BB962C8B-B14F-4D97-AF65-F5344CB8AC3E}">
        <p14:creationId xmlns:p14="http://schemas.microsoft.com/office/powerpoint/2010/main" val="5623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6408-6BA5-CCB7-422D-9193A2DD7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Dashboard on Story: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769EE-64B7-F049-89BC-A58C00E59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61" y="1574276"/>
            <a:ext cx="8992895" cy="4722829"/>
          </a:xfrm>
        </p:spPr>
      </p:pic>
    </p:spTree>
    <p:extLst>
      <p:ext uri="{BB962C8B-B14F-4D97-AF65-F5344CB8AC3E}">
        <p14:creationId xmlns:p14="http://schemas.microsoft.com/office/powerpoint/2010/main" val="40472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FDA2-3443-FE8A-1733-A51CA14F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Dashboard on Images: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FD87DE-7863-5B10-79E0-8188B2326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0008"/>
            <a:ext cx="9964918" cy="5099901"/>
          </a:xfrm>
        </p:spPr>
      </p:pic>
    </p:spTree>
    <p:extLst>
      <p:ext uri="{BB962C8B-B14F-4D97-AF65-F5344CB8AC3E}">
        <p14:creationId xmlns:p14="http://schemas.microsoft.com/office/powerpoint/2010/main" val="3531650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16A1-B043-2A9B-28CF-F446A51C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Main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9E5F87-57D7-F62E-D08D-21A02B0D7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64849"/>
            <a:ext cx="10219441" cy="5128182"/>
          </a:xfrm>
        </p:spPr>
      </p:pic>
    </p:spTree>
    <p:extLst>
      <p:ext uri="{BB962C8B-B14F-4D97-AF65-F5344CB8AC3E}">
        <p14:creationId xmlns:p14="http://schemas.microsoft.com/office/powerpoint/2010/main" val="397331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AD53-42E9-2C5D-2DEA-228A72403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5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88031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296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Instagram Performance Analytics for Sugar Cosmetics</vt:lpstr>
      <vt:lpstr>Problem Statement: </vt:lpstr>
      <vt:lpstr>Business Use Cases: </vt:lpstr>
      <vt:lpstr>Approach:</vt:lpstr>
      <vt:lpstr>Results:</vt:lpstr>
      <vt:lpstr>Excel Workbook:</vt:lpstr>
      <vt:lpstr>Dashboard on Reels:</vt:lpstr>
      <vt:lpstr>Dashboard On Video:</vt:lpstr>
      <vt:lpstr>Dashboard on Story:</vt:lpstr>
      <vt:lpstr>Dashboard on Images:</vt:lpstr>
      <vt:lpstr>Main 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ritik raj</dc:creator>
  <cp:lastModifiedBy>ritik raj</cp:lastModifiedBy>
  <cp:revision>2</cp:revision>
  <dcterms:created xsi:type="dcterms:W3CDTF">2025-11-15T14:26:12Z</dcterms:created>
  <dcterms:modified xsi:type="dcterms:W3CDTF">2025-11-15T15:42:20Z</dcterms:modified>
</cp:coreProperties>
</file>